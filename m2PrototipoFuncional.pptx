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57C281-19B7-032A-0B90-6356A49719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095294-D5F0-1FCE-8DFE-758606D949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4323EC-CA30-148B-8249-E8D6D0385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4CA89-7D9D-4401-8E50-B02134C26337}" type="datetimeFigureOut">
              <a:rPr lang="es-CL" smtClean="0"/>
              <a:t>19-01-2026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BE64C6-D13C-306C-F00E-34143E771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EA1CE0-708C-B47A-1C43-1B0BF45F8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99D09-7B3F-44C6-AECA-A2ABBFE2266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39008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B7470B-0744-4AF2-CB89-5B0ECE3F6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1A985C-2EBC-AF3E-45DD-53628849C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2E292A-14E8-C366-1BD4-4C95DDCAB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4CA89-7D9D-4401-8E50-B02134C26337}" type="datetimeFigureOut">
              <a:rPr lang="es-CL" smtClean="0"/>
              <a:t>19-01-2026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EEB05D-CDE5-573E-8E9A-52CBCD146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DFD16D-EF07-FCC5-56D9-AAC333E43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99D09-7B3F-44C6-AECA-A2ABBFE2266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30759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612D04-7AF5-1884-22E0-CD435675C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7CAD60-EEFB-EC28-B584-A72BA3E1B2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B731E4-C3BB-837A-6076-8580EB510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4CA89-7D9D-4401-8E50-B02134C26337}" type="datetimeFigureOut">
              <a:rPr lang="es-CL" smtClean="0"/>
              <a:t>19-01-2026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6B4296-B293-3624-03FC-76DB7CBB4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53B939-7F38-00CF-398B-7C4F6C208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99D09-7B3F-44C6-AECA-A2ABBFE2266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67890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682FC5-28E4-0AE6-79C2-5F8A5BF07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4F1383-BF45-4A89-7863-579598EF7A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579C797-805A-8401-D06B-201D458A0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89BC5AF-235B-BEA6-B3E3-DD7CDA41F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4CA89-7D9D-4401-8E50-B02134C26337}" type="datetimeFigureOut">
              <a:rPr lang="es-CL" smtClean="0"/>
              <a:t>19-01-2026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CEE8D1-46A4-8397-3EDA-9F85B388C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ED42078-978D-41FB-E694-2CC97889B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99D09-7B3F-44C6-AECA-A2ABBFE2266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0553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D0EAC4-92FE-9FE7-0DAE-C0AF5D76C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E85A31-B461-A07B-32DF-082DBA6BB7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7F601C-B260-ADCF-77D7-5055A6484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F8E1191-786F-E241-B96D-AC2B753A36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1AE7DD1-4B4B-DFC2-9E1E-668C9BFDC0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64D9843-1DAD-0658-C7DB-D56F747EC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4CA89-7D9D-4401-8E50-B02134C26337}" type="datetimeFigureOut">
              <a:rPr lang="es-CL" smtClean="0"/>
              <a:t>19-01-2026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720A990-3927-7790-1070-6B3EC8579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9F9FD34-9F44-A13B-8618-26004EF73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99D09-7B3F-44C6-AECA-A2ABBFE2266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23846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67D84B-431E-F596-3AE2-E1D6A56E2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75763E2-25DC-F05E-060E-AD4AFD151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4CA89-7D9D-4401-8E50-B02134C26337}" type="datetimeFigureOut">
              <a:rPr lang="es-CL" smtClean="0"/>
              <a:t>19-01-2026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792CE00-471C-8788-BC2A-DDC3B95DB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61B00A6-7B56-11AA-0A80-FAC593B9A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99D09-7B3F-44C6-AECA-A2ABBFE2266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6862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1FC6D2B-46C4-026A-8C38-9A54CFE0C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4CA89-7D9D-4401-8E50-B02134C26337}" type="datetimeFigureOut">
              <a:rPr lang="es-CL" smtClean="0"/>
              <a:t>19-01-2026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02DF596-A960-D9E3-DC58-F1E138AF3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FBC6C73-7FB5-60B4-594B-42053BB08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99D09-7B3F-44C6-AECA-A2ABBFE2266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80841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1C107-554C-4A65-68AD-85BC26D8F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6FB4C4-3055-0ED4-BF93-F9820DC0A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9EFEC7F-6DEB-C1FE-133A-59F6F1829B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4F25395-99CE-F45A-579B-22F62F8FF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4CA89-7D9D-4401-8E50-B02134C26337}" type="datetimeFigureOut">
              <a:rPr lang="es-CL" smtClean="0"/>
              <a:t>19-01-2026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3E7FEFF-8210-AE6C-8272-D16437828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A0E6FC4-6F0A-E08E-CEA9-373D467AE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99D09-7B3F-44C6-AECA-A2ABBFE2266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17252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806B88-D21D-BDD9-73F9-F51A4F9FA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1DAE2B7-1DC4-F8F6-80F4-0A14CD18EC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AECE2BC-D738-4297-5E33-EF30A465B8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E3CF2EB-C826-3A20-C3F9-ED4AF0FE5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4CA89-7D9D-4401-8E50-B02134C26337}" type="datetimeFigureOut">
              <a:rPr lang="es-CL" smtClean="0"/>
              <a:t>19-01-2026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8943101-463B-455D-9F3D-5D0973E10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09954E3-FF6C-285B-E57A-249E3F32F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99D09-7B3F-44C6-AECA-A2ABBFE2266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52175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EDEA48-ACD2-C363-8A87-56BCE6086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1785C3B-6C3D-1CD2-B9D9-F059FD9291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7FE021-E8D4-015A-CC94-448A1AF4B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4CA89-7D9D-4401-8E50-B02134C26337}" type="datetimeFigureOut">
              <a:rPr lang="es-CL" smtClean="0"/>
              <a:t>19-01-2026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C159D5-4F64-A8A4-BC62-975CBCCD8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055009-37DF-1B22-11A2-336DFE61A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99D09-7B3F-44C6-AECA-A2ABBFE2266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89144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5065CAC-BBE4-127B-554C-46E0D2BDB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697D56E-AEF1-5948-207C-03B9AACD70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4DCDE0-3942-1BC9-5766-0BCB3B56B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4CA89-7D9D-4401-8E50-B02134C26337}" type="datetimeFigureOut">
              <a:rPr lang="es-CL" smtClean="0"/>
              <a:t>19-01-2026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D8F0FF-0D63-7B22-EFCE-9AF5C57D5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8A8452-D762-927C-46FC-4E4A661C7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99D09-7B3F-44C6-AECA-A2ABBFE2266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81924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192B29D-714D-850C-2881-E285BE405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F1130A9-7BF9-0202-08E1-06E69D6CC4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B766A7-DA47-C331-0BF3-BAF503E0F7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B4CA89-7D9D-4401-8E50-B02134C26337}" type="datetimeFigureOut">
              <a:rPr lang="es-CL" smtClean="0"/>
              <a:t>19-01-2026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8075D1-7DE6-9F9D-0629-79BFD1E433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AF5DAD-3D1D-3278-4A0E-8E498B1E4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E99D09-7B3F-44C6-AECA-A2ABBFE2266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98999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E27905-A544-B84E-B9D3-533F1935D3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B3CD3B2-6426-5018-5037-9B590A2443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735637"/>
            <a:ext cx="9144000" cy="586464"/>
          </a:xfrm>
        </p:spPr>
        <p:txBody>
          <a:bodyPr/>
          <a:lstStyle/>
          <a:p>
            <a:r>
              <a:rPr lang="es-ES" dirty="0"/>
              <a:t>AGREGAR CONTACTOS</a:t>
            </a:r>
            <a:endParaRPr lang="es-CL" dirty="0"/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26E98B41-28D9-B0E0-0BB6-E566E0E54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224" y="535899"/>
            <a:ext cx="6963747" cy="479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219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88C4AF-0A3F-A4D9-67D6-AD879B752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0597C3-CB55-9D9D-1552-CDD7BA224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96459"/>
            <a:ext cx="10515600" cy="780504"/>
          </a:xfrm>
        </p:spPr>
        <p:txBody>
          <a:bodyPr/>
          <a:lstStyle/>
          <a:p>
            <a:r>
              <a:rPr lang="es-ES" dirty="0"/>
              <a:t>EDITAR CONTACTOS</a:t>
            </a:r>
            <a:endParaRPr lang="es-CL" dirty="0"/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3E09061D-100E-34F1-E5D6-ABE05038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996" y="681037"/>
            <a:ext cx="5792008" cy="435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522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6A124F-3BCA-2185-7A1E-94F462E0D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3E247D-B150-D1E1-DB08-DFAC02F47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66281"/>
            <a:ext cx="10515600" cy="510681"/>
          </a:xfrm>
        </p:spPr>
        <p:txBody>
          <a:bodyPr/>
          <a:lstStyle/>
          <a:p>
            <a:r>
              <a:rPr lang="es-ES" dirty="0"/>
              <a:t>BUSCAR CONTACTOS</a:t>
            </a:r>
            <a:endParaRPr lang="es-CL" dirty="0"/>
          </a:p>
        </p:txBody>
      </p:sp>
      <p:pic>
        <p:nvPicPr>
          <p:cNvPr id="5" name="Imagen 4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D4CF4E07-753F-377B-3EB6-1917EBEFE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2811" y="1034321"/>
            <a:ext cx="6106377" cy="412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792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E6B480-4863-1E94-767A-0B7D6CAD7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3D1583-499D-9BF7-297F-BB0E93BCD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76341"/>
            <a:ext cx="10515600" cy="600622"/>
          </a:xfrm>
        </p:spPr>
        <p:txBody>
          <a:bodyPr/>
          <a:lstStyle/>
          <a:p>
            <a:r>
              <a:rPr lang="es-ES" dirty="0"/>
              <a:t>ELIMINAR CONTACTOS</a:t>
            </a:r>
            <a:endParaRPr lang="es-CL" dirty="0"/>
          </a:p>
        </p:txBody>
      </p:sp>
      <p:pic>
        <p:nvPicPr>
          <p:cNvPr id="5" name="Imagen 4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0E298659-1FE4-4F80-3E89-93FF6846E5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181" y="681037"/>
            <a:ext cx="4753638" cy="4325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0319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</Words>
  <Application>Microsoft Office PowerPoint</Application>
  <PresentationFormat>Panorámica</PresentationFormat>
  <Paragraphs>4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Administrador</dc:creator>
  <cp:lastModifiedBy>Administrador</cp:lastModifiedBy>
  <cp:revision>3</cp:revision>
  <dcterms:created xsi:type="dcterms:W3CDTF">2026-01-19T22:25:05Z</dcterms:created>
  <dcterms:modified xsi:type="dcterms:W3CDTF">2026-01-19T22:32:06Z</dcterms:modified>
</cp:coreProperties>
</file>