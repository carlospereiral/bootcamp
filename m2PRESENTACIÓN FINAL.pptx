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B52BE-65EA-9B1C-B922-2F9BEB7F4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3996A4-74D4-48E4-8636-0406B9156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BA3A63-14D9-EF97-52FE-AA298300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460D-B58B-4615-8EF6-F2889797CF5A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A9C499-1DFC-F20C-61E7-B8715762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04F931-4A3F-3AD0-0F29-2FF2E3A76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37651-E38E-4383-83A8-BFA20B80FFE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4724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A43DE-1F2C-D3EF-FE6B-7BCF06447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DCD6DD-317E-D222-BB15-968C6D3CE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2492E4-5CB2-2106-DD59-94708EB18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460D-B58B-4615-8EF6-F2889797CF5A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8C282E-856B-F424-8FA2-00AA8CD5D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C4A619-D349-7E2F-590C-78A8AC52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37651-E38E-4383-83A8-BFA20B80FFE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289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AC3039-40D8-5DFC-E3A9-32BC6CFD1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6AC039-3F07-BD08-845F-67F16B9DD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902F59-301D-E08B-90FC-066D770F8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460D-B58B-4615-8EF6-F2889797CF5A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8ED045-13B0-77CA-8384-FBC308E2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94D6DF-3C41-433D-A5E7-D4C57257C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37651-E38E-4383-83A8-BFA20B80FFE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528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92922-868D-BA47-3A51-B74C4AE08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8C1C8B-EB00-3644-4566-10FF911AE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F0460E-0AE8-703E-BA64-6F4A2D17A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BAEA07-F1EB-26E3-9110-724305B32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460D-B58B-4615-8EF6-F2889797CF5A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5D2B6C-DBAE-F678-954A-DC4EBB863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B73762-E878-DE63-0D8D-77E8B029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37651-E38E-4383-83A8-BFA20B80FFE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805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F3E62-BCA2-62BF-F87E-1B8CEAB0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4F3FD1-1A37-3715-4ECA-B4D9F05D1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0B91CB-01FF-7E30-473A-12A0EA1F4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56C7C29-F282-6834-E09C-9E2F227CCD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75EA718-1597-3563-2A03-31C953AD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079935F-2141-E143-1A62-8A63EC71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460D-B58B-4615-8EF6-F2889797CF5A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09A70D-C148-C3F0-E7D0-E5C3B184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175B25-4EB7-40A5-7B3B-BDBB863B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37651-E38E-4383-83A8-BFA20B80FFE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87252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8B11D-FF18-73A3-1202-7F35B5AF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31B37EE-DCAC-7DE0-71B2-61F6DF01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460D-B58B-4615-8EF6-F2889797CF5A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883F16-D9D3-F5CA-5834-5E8830BE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B2B01B7-7919-0453-25E7-C189EECF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37651-E38E-4383-83A8-BFA20B80FFE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767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A60D624-F4FA-0CAD-38B3-F9C322EB9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460D-B58B-4615-8EF6-F2889797CF5A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134C80-F51A-EBDE-FB9A-C5DC5CBC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977C6A-7722-1391-0CBA-90E5D26C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37651-E38E-4383-83A8-BFA20B80FFE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655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D9D1F-0E29-D4D6-E0F5-04D05C815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04A25F-35AD-07A6-6CB7-F1081CC97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9DB3B6-4582-4D35-A213-F90243235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D82F41-5968-90FF-6245-FAE57FA3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460D-B58B-4615-8EF6-F2889797CF5A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159338-7E45-C967-2D65-6BCB3F7D3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6EBD1E-84E5-59D9-B724-3FBEBBE9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37651-E38E-4383-83A8-BFA20B80FFE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890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6E67E-9046-A1B2-F5BF-F41D2BDBE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CF4F2C-F0C7-71AE-EC79-4CD07D21A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C880DF-AD4B-9753-AAEC-E714DBBAB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7325FC-3D58-4B02-7846-708B0414E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460D-B58B-4615-8EF6-F2889797CF5A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F05636-DB5A-0148-5DCE-9DB752C61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8E5201-A392-BD7F-CAE6-9B09BB5D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37651-E38E-4383-83A8-BFA20B80FFE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941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57A034-7D83-2CCB-5000-81D62E383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ACE75A-EBF1-502E-5DC4-5AB2AC630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552003-4F26-B213-E780-596FF4D8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460D-B58B-4615-8EF6-F2889797CF5A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29A5C7-69AA-5357-17CE-7A601C6A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26E1FA-0261-AB84-8709-02448932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37651-E38E-4383-83A8-BFA20B80FFE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7737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8AE4C4C-9524-0F75-93E7-240B4D299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0F9DE2-1738-9285-739C-BF282951B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EECB6E-1C89-674D-01AF-502B6377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460D-B58B-4615-8EF6-F2889797CF5A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B61989-935B-D973-32C9-73A5F8CB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278847-802B-512C-156B-C522BC10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37651-E38E-4383-83A8-BFA20B80FFE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2750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F478F0-D8BB-A3A9-12CB-DB04DD2D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566484-317C-128C-6043-CF5169B6C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09E582-9F5E-A3CF-C86F-099ECF5C5A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0460D-B58B-4615-8EF6-F2889797CF5A}" type="datetimeFigureOut">
              <a:rPr lang="es-CL" smtClean="0"/>
              <a:t>19-01-2026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816B1F-CFE2-B763-6BDB-B324CA567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010C49-CEFB-E14B-0005-AD9D30AD4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37651-E38E-4383-83A8-BFA20B80FFE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7516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ECA50-8BD3-75F6-06C5-5A3E86133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06831"/>
            <a:ext cx="9144000" cy="2387600"/>
          </a:xfrm>
        </p:spPr>
        <p:txBody>
          <a:bodyPr/>
          <a:lstStyle/>
          <a:p>
            <a:r>
              <a:rPr lang="es-ES" dirty="0"/>
              <a:t>PRESENTACIÓN FINAL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F47EF4-5239-2CD8-DDB3-8CB214D25D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5400" dirty="0"/>
              <a:t>“LA GRAN AGENDA DE CARLOS”</a:t>
            </a:r>
            <a:endParaRPr lang="es-CL" sz="5400" dirty="0"/>
          </a:p>
        </p:txBody>
      </p:sp>
    </p:spTree>
    <p:extLst>
      <p:ext uri="{BB962C8B-B14F-4D97-AF65-F5344CB8AC3E}">
        <p14:creationId xmlns:p14="http://schemas.microsoft.com/office/powerpoint/2010/main" val="171264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80DE7-1AF5-9F14-C27B-FD6A8A5FFC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311029-BBDF-E724-72D1-D3B8F2176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F114158E-605C-D80F-8783-6094BB0B9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64696"/>
            <a:ext cx="6835515" cy="571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23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FD5BD-6111-C727-2429-C5112E2A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EL PROYECTO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E54979-1D72-460C-1A14-074198D44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El presente código ofrece una agenda de contactos, con atributos de nombre, apellido, teléfono, correo y dirección, para cada contacto. Se puede modificar o eliminar los contactos existentes, junto con listar la totalidad de contactos. Permite buscar contactos por nombre, apellido o teléfono. La interfaz con el usuario es un menú con seis opciones.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CONSIDERÓ DOS ELEMENTOS ADICIONALES A LOS ESTABLECIDOS EN LA CONSIGNA DEL PROYECTO: SE AGREGÓ EL ATRIBUTO “APELLIDO” Y </a:t>
            </a:r>
            <a:r>
              <a:rPr lang="es-ES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OPCIÓN </a:t>
            </a:r>
            <a:r>
              <a:rPr lang="es-E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MOSTRAR TODOS LOS CONTACTOS.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endParaRPr lang="es-CL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4502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F8B1F-F5E8-4731-AA12-7FB275890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DESAFÍOS Y SOLUCIONES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E9557A-9C5D-6D7B-8986-98CEFB35B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 mi primer contacto con la programación. </a:t>
            </a:r>
          </a:p>
          <a:p>
            <a:r>
              <a:rPr lang="es-ES" dirty="0"/>
              <a:t>Intenté mantenerlo sencillo para poder entenderlo. Por ello creo que quedó lineal y quizás será lento con muchos datos.</a:t>
            </a:r>
            <a:endParaRPr lang="es-CL" dirty="0"/>
          </a:p>
          <a:p>
            <a:r>
              <a:rPr lang="es-CL" dirty="0"/>
              <a:t>El principal desafío conceptual de este enfoque fue asumir la existencia de dos clases y distinguir que en una de ellas debía programarse cada acción.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28300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165</Words>
  <Application>Microsoft Office PowerPoint</Application>
  <PresentationFormat>Panorámica</PresentationFormat>
  <Paragraphs>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FINAL</vt:lpstr>
      <vt:lpstr>Presentación de PowerPoint</vt:lpstr>
      <vt:lpstr>EL PROYECTO</vt:lpstr>
      <vt:lpstr>DESAFÍOS Y SOLUCIONES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Administrador</dc:creator>
  <cp:lastModifiedBy>Administrador</cp:lastModifiedBy>
  <cp:revision>4</cp:revision>
  <dcterms:created xsi:type="dcterms:W3CDTF">2026-01-19T23:15:02Z</dcterms:created>
  <dcterms:modified xsi:type="dcterms:W3CDTF">2026-01-19T23:37:39Z</dcterms:modified>
</cp:coreProperties>
</file>